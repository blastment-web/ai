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V5 — 무엇을 조사했고, 자사는 어디에 서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배터리 공정기술 57개를 경쟁사 6사와 비교했습니다   |   AI 판독: 규칙 + LLM 재판독   |   모든 숫자는 2026-09-13 실제 조사값입니다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조사한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실제로 가져온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4만 2,289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4만 1,665 + 공시 590 + 논문 34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기술에 배정한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1만 1,060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국제분류로 판독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판정한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54 / 57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근거를 확보한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약 80 %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창구 6곳 연결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경쟁사별로 얼마나 조사했는가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1만 5,990 · 공시 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6,062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9,826 · 설비투자 공시 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9,852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0160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6,717 · 공시 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6,797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27651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42%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2,991 · 공시 없음(일본 EDINET 미연결)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2,992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125089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2,261 · 공시 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2,323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9217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2,215 · 설비투자는 원천에 없음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2,222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92171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169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2,289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이 화면이 답하는 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열위 16건 · 동등 14건 · 우위 20건 — 어디에 서 있는지 한눈에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얼마나 뒤졌나 × 몇 개사가 가졌나 × 근거가 단단한가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'몇 년'이 아니라 '무엇을 해야 해서 몇 년'으로 보여준다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숫자를 누르면 근거 목록과 원문 링크가 바로 뜬다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아직 남은 것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18건 모두에서 자사 특허가 검색됐다 — 확인이 필요하다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같은 발명이 나라별로 여러 건처럼 세어진다 — 특허가족 병합이 없다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BYD·파나소닉은 설비투자가 0건이다. 원천에 없거나 키가 필요하다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경쟁사는 대부분 특허만 보인다. 라인 가동 여부는 알 수 없다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창구 6곳 연결 · 판정 기준 개편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SEC·HKEX·논문을 새로 뚫었고
시급도를 곱셈식으로 바꿨다.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1단계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'미보유' 18건이 실제로 미보유인지
공정기술팀 확인이 필요하다.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2단계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특허가족·회사명 병합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같은 발명이 여러 건으로 세어지는 것을
막아야 숫자를 믿을 수 있다.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3단계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설비투자와 청구항 원문.
키 발급만 받으면 된다.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모든 수치는 2026-09-13 실제 조사값입니다. 추정치는 '약'으로 표기했습니다.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