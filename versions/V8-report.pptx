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V8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CPC 국제분류 규칙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패밀리 병합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5만 2,482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16만 5,650건 국가별 중복 제거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5만 8,275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82 / 84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신뢰도 '상'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19 개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이종 2축 교차 검증 성립분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48,138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8,217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34,649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4,676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6744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71%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32,450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2,532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441106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25,907 ·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2만 5,908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348935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53%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10,614 · 설비투자 원천 부재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144840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9,283 · 공시 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9,345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125089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1,276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1,276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16만 2,575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84개 전량 = 열위 4 · 동등 38 · 우위 33 · 확인 필요 2 · 근거 부족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27점 이상 검토 착수선 적용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특허·공시·발표 3축 대리 지표로 추정, 기준·보수 듀얼 트랙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수율·제조원가 비공개 — 본 모델 산출 대상에서 명시적 제외함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17건에서 자사 특허 검색됨 — 생산기술혁신센터 재검증 필요함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'확인 필요' 2건은 자사 현황 미확인분 · '근거 부족' 7건은 경쟁사 근거 미확보분 — 미확보 대상이 상호 반대임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3축 격차 추정 모델 적용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패밀리 병합 16만 5,650→5만 2,482건.
보정 계수·듀얼 트랙 적용 완료.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데이터 확충 — 축 2 가동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관측 16년치·피인용 확보.
신뢰도 '상' 19건 도출.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BQ 60.6GB(무료분)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재검증 17건 · 신규 편입 2건.
생산기술혁신센터 확인 필요함.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4181C"/>
                </a:solidFill>
                <a:latin typeface="맑은 고딕"/>
              </a:rPr>
              <a:t>기술 격차 추정 모델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특허·설비투자 공시·대외 기술발표 3축 대리 지표 결합 방식   |   경쟁사 수율·제조원가는 비공개로 산출 대상에서 제외함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566928"/>
          </a:xfrm>
          <a:prstGeom prst="rect">
            <a:avLst/>
          </a:prstGeom>
          <a:solidFill>
            <a:srgbClr val="EFF1F2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81C"/>
                </a:solidFill>
                <a:latin typeface="맑은 고딕"/>
              </a:rPr>
              <a:t>기술 격차 = 실행 소요기간 × 3축 관측 보정 계수 × 불확실성 여유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1 · 특허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R&amp;D 선행 격차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패밀리 병합 후 선점 시점 격차와
품질 가중 출원량을 개월로 환산함.
국가 수·등록·피인용 반영함.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가동 중 · 77개 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5546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546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0138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2 · 공시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양산 진입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138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투자 규모·준공 시점으로 SOP
진입 시점을 추정함.
일정 지연 계수 1.35 적용함.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전사 근거로 가동 · 37개 기술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4164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4164" y="1883664"/>
            <a:ext cx="3600602" cy="3810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3 · 발표   </a:t>
            </a:r>
            <a:r>
              <a:rPr sz="900" b="1">
                <a:solidFill>
                  <a:srgbClr val="B9821A"/>
                </a:solidFill>
                <a:latin typeface="맑은 고딕"/>
              </a:rPr>
              <a:t>가중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56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스펙 수준 격차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발표 목표 스펙과 자사 현행
스펙의 성능 갭을 환산함.
마케팅 보정 0.75 적용함.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표본 확대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기준 시나리오 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공시·발표에 보정 계수 적용분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마케팅성 과장 및 일정 지연을 차감한 값임.
보완 투자 의사결정의 기준선으로 적용함.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9855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보수 시나리오 (Conservative)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2735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 액면가 수용분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경쟁사 발표가 전량 실행될 경우의 값임.
기준값과의 차이는 발표 의존도를 의미함.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56048"/>
            <a:ext cx="11057839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84064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예상 질의 대응 — "수율·양산 데이터 없이 신뢰 가능한가"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35838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1. 본 수치는 경쟁사 절대 진도가 아닌, 검증 가능한 공개 근거상의 상대 격차임. 수율·원가는 산출 대상에서 명시적으로 제외하였음.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660136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2. 발표·공시는 액면가 미반영함. 마케팅 보정 0.75 및 일정 지연 1.35 적용 기준값과 액면가 수용 보수값을 병행 제시하며, 양자 차이를 발표 의존도로 표기함.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96188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3. 전 수치는 원문까지 역추적 가능하며, 근거 부족 건은 '판정 불가'로 분리 표기함. 신뢰도 '상' 판정은 이종 2축 교차 검증이 성립한 19건에 한정하며, 확인 범위를 초과하여 주장하지 않음.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보정 계수는 업계 통상치 적용분이며, 사내 실적 데이터 확보 시 해당 값으로 대체 적용 예정임.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